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600" kern="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registry.EmplaceComponent&lt;Player&gt;(entity);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5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14-step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prefab types (walls,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 &amp; UI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Gameplay → Pause → Settings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Heart-based health bar HUD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UIButton + UISlider widget system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 entities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Open/close doors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HUD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600" kern="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600" kern="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Joey Driedger, Adam Van Woerden, Elijah Fabon</cp:lastModifiedBy>
  <cp:revision>1</cp:revision>
  <dcterms:created xsi:type="dcterms:W3CDTF">2026-04-07T02:06:30Z</dcterms:created>
  <dcterms:modified xsi:type="dcterms:W3CDTF">2026-04-07T02:06:30Z</dcterms:modified>
</cp:coreProperties>
</file>