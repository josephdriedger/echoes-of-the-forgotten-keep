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2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6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kern="0" spc="80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input, audio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Player{});         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disables collider, plays death SFX,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15-step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(2u), instant first strike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prefab types (wall variants,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SCENE, UI &amp; AUDIO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 (menus, settings)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bar HUD, UIButton + UISlider widgets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AudioManager (SDL3_mixer): music + SFX playback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AudioEventQueue: deferred SFX (attack, death, door)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dead, disable collider, death SFX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timing, combo windows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action system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err="1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 entities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err="1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67912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 + </a:t>
            </a:r>
            <a:r>
              <a:rPr lang="en-US" sz="9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AudioEventQueue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AudioEventQueue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0" name="Text 57"/>
          <p:cNvSpPr/>
          <p:nvPr/>
        </p:nvSpPr>
        <p:spPr>
          <a:xfrm>
            <a:off x="5074920" y="432179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Audio</a:t>
            </a:r>
            <a:endParaRPr lang="en-US" sz="9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→ Audio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39" y="868680"/>
            <a:ext cx="2385979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/>
          <p:nvPr/>
        </p:nvSpPr>
        <p:spPr>
          <a:xfrm>
            <a:off x="548639" y="914400"/>
            <a:ext cx="23859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39" y="1371600"/>
            <a:ext cx="2385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441057" y="845820"/>
            <a:ext cx="2356841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3441057" y="891540"/>
            <a:ext cx="2356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441057" y="1348740"/>
            <a:ext cx="235684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4336" y="845820"/>
            <a:ext cx="2473904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6304335" y="891540"/>
            <a:ext cx="24337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6304336" y="1348740"/>
            <a:ext cx="24337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889</Words>
  <Application>Microsoft Office PowerPoint</Application>
  <PresentationFormat>On-screen Show (16:9)</PresentationFormat>
  <Paragraphs>229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Adam Van Woerden</cp:lastModifiedBy>
  <cp:revision>4</cp:revision>
  <dcterms:created xsi:type="dcterms:W3CDTF">2026-04-07T02:06:30Z</dcterms:created>
  <dcterms:modified xsi:type="dcterms:W3CDTF">2026-04-08T17:57:46Z</dcterms:modified>
</cp:coreProperties>
</file>