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4068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kern="0" spc="800" dirty="0">
                <a:solidFill>
                  <a:srgbClr val="8899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ECHOES OF THE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FORGOTTEN KEEP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C++20 3D Game Engine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329184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8051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Joey Driedger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Engine &amp; Architecture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Van Woerden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Graphics &amp; Rendering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Elijah Fabon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Gameplay &amp; Systems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modular design with clear system boundaries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88720"/>
            <a:ext cx="4754880" cy="82296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716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3258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logic, scenes, room layout, enemy config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56032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121408"/>
            <a:ext cx="4754880" cy="82296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30428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2128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Core Layer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325880" y="2532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framework, scene manager, time, input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2560320" y="2898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3054096"/>
            <a:ext cx="4754880" cy="82296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36976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25880" y="31455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Layer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25880" y="34655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Shaders, meshes, textures, skeletal animation, camera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2560320" y="38313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986784"/>
            <a:ext cx="4754880" cy="822960"/>
          </a:xfrm>
          <a:prstGeom prst="rect">
            <a:avLst/>
          </a:prstGeom>
          <a:solidFill>
            <a:srgbClr val="5E2D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169664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407822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Layer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325880" y="43982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window, OpenGL 4.6, audio (SDL3_mixer)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669280" y="1188720"/>
            <a:ext cx="3108960" cy="3657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18"/>
          <p:cNvSpPr/>
          <p:nvPr/>
        </p:nvSpPr>
        <p:spPr>
          <a:xfrm>
            <a:off x="585216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852160" y="169164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+ SDL3_mixer + SDL3_image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OpenGL 4.6 (via GLAD)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(math library)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(model loading)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stb_truetype (font rendering)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 build system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ECS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Entity-Component-System: data-oriented design separating identity, data, and logic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2468880" cy="256032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8580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ENTITIES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IDs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1440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73152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uint32_t identifiers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5,000 entities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recycling via stack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bitset (64-bit)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1143000"/>
            <a:ext cx="2468880" cy="256032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338328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832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data structs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342900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component types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Transform, Render, Health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CombatState, EnemyAI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Collider, AnimationState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943600" y="1143000"/>
            <a:ext cx="2468880" cy="256032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608076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0807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processors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612648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or instance-based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execution pipeline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systems per frame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8046720" cy="1051560"/>
          </a:xfrm>
          <a:prstGeom prst="rect">
            <a:avLst/>
          </a:prstGeom>
          <a:solidFill>
            <a:srgbClr val="141E2B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731520" y="39776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ComponentStorage: O(1) access via entity-to-index map  |  "Swap and pop" removal  |  Contiguous memory layout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1520" y="42519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registry.AddComponent(entity, Transform(10.0f, 0.0f, 5.0f));  // Copy-add component to entity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1520" y="44805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registry.EmplaceComponent&lt;Player&gt;(entity);                     // Marker component, no data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RENDERING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rendering with OpenGL 4.6, skeletal animation, and GPU skinning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Shape 3"/>
          <p:cNvSpPr/>
          <p:nvPr/>
        </p:nvSpPr>
        <p:spPr>
          <a:xfrm>
            <a:off x="89154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Text 4"/>
          <p:cNvSpPr/>
          <p:nvPr/>
        </p:nvSpPr>
        <p:spPr>
          <a:xfrm>
            <a:off x="89154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71907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Shape 8"/>
          <p:cNvSpPr/>
          <p:nvPr/>
        </p:nvSpPr>
        <p:spPr>
          <a:xfrm>
            <a:off x="206197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206197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76479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724912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889504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Shape 13"/>
          <p:cNvSpPr/>
          <p:nvPr/>
        </p:nvSpPr>
        <p:spPr>
          <a:xfrm>
            <a:off x="3232404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3232404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935224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95344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059936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Shape 18"/>
          <p:cNvSpPr/>
          <p:nvPr/>
        </p:nvSpPr>
        <p:spPr>
          <a:xfrm>
            <a:off x="4402836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4402836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05656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065776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5230368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6" name="Shape 23"/>
          <p:cNvSpPr/>
          <p:nvPr/>
        </p:nvSpPr>
        <p:spPr>
          <a:xfrm>
            <a:off x="5573268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7" name="Text 24"/>
          <p:cNvSpPr/>
          <p:nvPr/>
        </p:nvSpPr>
        <p:spPr>
          <a:xfrm>
            <a:off x="5573268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276088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36208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40080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1" name="Shape 28"/>
          <p:cNvSpPr/>
          <p:nvPr/>
        </p:nvSpPr>
        <p:spPr>
          <a:xfrm>
            <a:off x="674370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Text 29"/>
          <p:cNvSpPr/>
          <p:nvPr/>
        </p:nvSpPr>
        <p:spPr>
          <a:xfrm>
            <a:off x="674370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44652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40664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57123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6" name="Shape 33"/>
          <p:cNvSpPr/>
          <p:nvPr/>
        </p:nvSpPr>
        <p:spPr>
          <a:xfrm>
            <a:off x="791413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791413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761695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486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274320" cy="274320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10515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Shading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0515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+ diffuse + specular lighting with directional light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32918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60320"/>
            <a:ext cx="274320" cy="274320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37947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Skinning</a:t>
            </a:r>
            <a:endParaRPr lang="en-US" sz="1300" dirty="0"/>
          </a:p>
        </p:txBody>
      </p:sp>
      <p:sp>
        <p:nvSpPr>
          <p:cNvPr id="46" name="Text 41"/>
          <p:cNvSpPr/>
          <p:nvPr/>
        </p:nvSpPr>
        <p:spPr>
          <a:xfrm>
            <a:off x="37947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bone matrices uploaded per entity for skeletal deformation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0350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560320"/>
            <a:ext cx="274320" cy="274320"/>
          </a:xfrm>
          <a:prstGeom prst="rect">
            <a:avLst/>
          </a:prstGeom>
        </p:spPr>
      </p:pic>
      <p:sp>
        <p:nvSpPr>
          <p:cNvPr id="49" name="Text 43"/>
          <p:cNvSpPr/>
          <p:nvPr/>
        </p:nvSpPr>
        <p:spPr>
          <a:xfrm>
            <a:off x="65379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Blending</a:t>
            </a:r>
            <a:endParaRPr lang="en-US" sz="1300" dirty="0"/>
          </a:p>
        </p:txBody>
      </p:sp>
      <p:sp>
        <p:nvSpPr>
          <p:cNvPr id="50" name="Text 44"/>
          <p:cNvSpPr/>
          <p:nvPr/>
        </p:nvSpPr>
        <p:spPr>
          <a:xfrm>
            <a:off x="65379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0.2s smooth transitions between 7 animation states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5486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675888"/>
            <a:ext cx="274320" cy="274320"/>
          </a:xfrm>
          <a:prstGeom prst="rect">
            <a:avLst/>
          </a:prstGeom>
        </p:spPr>
      </p:pic>
      <p:sp>
        <p:nvSpPr>
          <p:cNvPr id="53" name="Text 46"/>
          <p:cNvSpPr/>
          <p:nvPr/>
        </p:nvSpPr>
        <p:spPr>
          <a:xfrm>
            <a:off x="10515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GLB/GLTF Loading</a:t>
            </a:r>
            <a:endParaRPr lang="en-US" sz="1300" dirty="0"/>
          </a:p>
        </p:txBody>
      </p:sp>
      <p:sp>
        <p:nvSpPr>
          <p:cNvPr id="54" name="Text 47"/>
          <p:cNvSpPr/>
          <p:nvPr/>
        </p:nvSpPr>
        <p:spPr>
          <a:xfrm>
            <a:off x="10515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for models, skeletons, and animation clips</a:t>
            </a:r>
            <a:endParaRPr lang="en-US" sz="1000" dirty="0"/>
          </a:p>
        </p:txBody>
      </p:sp>
      <p:sp>
        <p:nvSpPr>
          <p:cNvPr id="55" name="Shape 48"/>
          <p:cNvSpPr/>
          <p:nvPr/>
        </p:nvSpPr>
        <p:spPr>
          <a:xfrm>
            <a:off x="32918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3675888"/>
            <a:ext cx="274320" cy="274320"/>
          </a:xfrm>
          <a:prstGeom prst="rect">
            <a:avLst/>
          </a:prstGeom>
        </p:spPr>
      </p:pic>
      <p:sp>
        <p:nvSpPr>
          <p:cNvPr id="57" name="Text 49"/>
          <p:cNvSpPr/>
          <p:nvPr/>
        </p:nvSpPr>
        <p:spPr>
          <a:xfrm>
            <a:off x="37947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Rendering</a:t>
            </a:r>
            <a:endParaRPr lang="en-US" sz="1300" dirty="0"/>
          </a:p>
        </p:txBody>
      </p:sp>
      <p:sp>
        <p:nvSpPr>
          <p:cNvPr id="58" name="Text 50"/>
          <p:cNvSpPr/>
          <p:nvPr/>
        </p:nvSpPr>
        <p:spPr>
          <a:xfrm>
            <a:off x="37947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TrueType font atlas (512x512) via stb_truetype</a:t>
            </a:r>
            <a:endParaRPr lang="en-US" sz="1000" dirty="0"/>
          </a:p>
        </p:txBody>
      </p:sp>
      <p:sp>
        <p:nvSpPr>
          <p:cNvPr id="59" name="Shape 51"/>
          <p:cNvSpPr/>
          <p:nvPr/>
        </p:nvSpPr>
        <p:spPr>
          <a:xfrm>
            <a:off x="60350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3675888"/>
            <a:ext cx="274320" cy="274320"/>
          </a:xfrm>
          <a:prstGeom prst="rect">
            <a:avLst/>
          </a:prstGeom>
        </p:spPr>
      </p:pic>
      <p:sp>
        <p:nvSpPr>
          <p:cNvPr id="61" name="Text 52"/>
          <p:cNvSpPr/>
          <p:nvPr/>
        </p:nvSpPr>
        <p:spPr>
          <a:xfrm>
            <a:off x="65379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Rendering</a:t>
            </a:r>
            <a:endParaRPr lang="en-US" sz="1300" dirty="0"/>
          </a:p>
        </p:txBody>
      </p:sp>
      <p:sp>
        <p:nvSpPr>
          <p:cNvPr id="62" name="Text 53"/>
          <p:cNvSpPr/>
          <p:nvPr/>
        </p:nvSpPr>
        <p:spPr>
          <a:xfrm>
            <a:off x="65379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Orthographic projection for HUD, menus, and overlays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SYSTEM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interlinked systems powering real-time melee combat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411480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FLOW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1645920"/>
            <a:ext cx="3657600" cy="594360"/>
          </a:xfrm>
          <a:prstGeom prst="rect">
            <a:avLst/>
          </a:prstGeom>
          <a:solidFill>
            <a:srgbClr val="2D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91440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1440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1 — Horizontal Slice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71600" y="22128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3657600" cy="594360"/>
          </a:xfrm>
          <a:prstGeom prst="rect">
            <a:avLst/>
          </a:prstGeom>
          <a:solidFill>
            <a:srgbClr val="3E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914400" y="2468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440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2 — Stab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371600" y="2990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22960" y="3200400"/>
            <a:ext cx="3657600" cy="594360"/>
          </a:xfrm>
          <a:prstGeom prst="rect">
            <a:avLst/>
          </a:prstGeom>
          <a:solidFill>
            <a:srgbClr val="5E3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914400" y="32461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14400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3 — Jump Chop + Lunge (2.5x knockback)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37760" y="1143000"/>
            <a:ext cx="384048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51206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INTERACTION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4920" y="164592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5257800" y="166420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257800" y="1874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SPACE key, queues combo attacks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2075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074920" y="224028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5" name="Text 22"/>
          <p:cNvSpPr/>
          <p:nvPr/>
        </p:nvSpPr>
        <p:spPr>
          <a:xfrm>
            <a:off x="5257800" y="22585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257800" y="24688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Spawns temp hitboxes, prevents multi-hit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70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074920" y="283464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Text 26"/>
          <p:cNvSpPr/>
          <p:nvPr/>
        </p:nvSpPr>
        <p:spPr>
          <a:xfrm>
            <a:off x="5257800" y="28529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257800" y="30632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damage, triggers knockback + hit react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264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5074920" y="342900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3" name="Text 30"/>
          <p:cNvSpPr/>
          <p:nvPr/>
        </p:nvSpPr>
        <p:spPr>
          <a:xfrm>
            <a:off x="5257800" y="34472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HitTimerSystem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257800" y="36576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0.5s invincibility frames after hit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583680" y="3858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074920" y="4023360"/>
            <a:ext cx="54864" cy="4572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5257800" y="404164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257800" y="4251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dead, disables collider, plays death SFX, adds 3s corpse Lifetime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SYSTEMS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 executed in a carefully ordered 15-step pipeline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3444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ENEMY AI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229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4-state machine: Idle → Patrol → Chase → Attack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range (10u), attack range (2u), instant first strike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Knockback interrupts with 0.7s recovery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waypoints with idle pauses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6634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23444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1663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&amp; DOORS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9377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doors (auto-open within 2.5u)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 doors linked to floor switches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swing animation (180°/sec)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 updates follow door panel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486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0632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DUNGEON GENERATION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8229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room placement on 25×25 grid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room count and seed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prefab types (wall variants, floors, doors, stairs)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enemy and switch spawning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634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3063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1663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SCENE &amp; UI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49377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stack: push/pop for overlays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Menu → Gameplay → Pause → Settings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Heart-based health bar HUD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UIButton + UISlider widget system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EXECUTION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system ordering ensures correct behavior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9601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01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player input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7"/>
          <p:cNvSpPr/>
          <p:nvPr/>
        </p:nvSpPr>
        <p:spPr>
          <a:xfrm>
            <a:off x="5486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601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MovementSystem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movement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5486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601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CollisionSystem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AABB overlaps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8" name="Text 15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01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AnimationSystem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skeletons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5486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BoneAttachmentSystem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weapons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86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3"/>
          <p:cNvSpPr/>
          <p:nvPr/>
        </p:nvSpPr>
        <p:spPr>
          <a:xfrm>
            <a:off x="5486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601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601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hitboxes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Text 27"/>
          <p:cNvSpPr/>
          <p:nvPr/>
        </p:nvSpPr>
        <p:spPr>
          <a:xfrm>
            <a:off x="5486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601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601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damage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4" name="Text 31"/>
          <p:cNvSpPr/>
          <p:nvPr/>
        </p:nvSpPr>
        <p:spPr>
          <a:xfrm>
            <a:off x="46634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749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749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dead, disable collider, death SFX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8" name="Text 35"/>
          <p:cNvSpPr/>
          <p:nvPr/>
        </p:nvSpPr>
        <p:spPr>
          <a:xfrm>
            <a:off x="46634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0749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EnemyAISystem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0749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state machine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6634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2" name="Text 39"/>
          <p:cNvSpPr/>
          <p:nvPr/>
        </p:nvSpPr>
        <p:spPr>
          <a:xfrm>
            <a:off x="46634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0749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SwitchTriggerSystem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50749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floor switches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634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6" name="Text 43"/>
          <p:cNvSpPr/>
          <p:nvPr/>
        </p:nvSpPr>
        <p:spPr>
          <a:xfrm>
            <a:off x="46634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0749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DoorSystem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0749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 + door puzzles + SFX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6634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0" name="Text 47"/>
          <p:cNvSpPr/>
          <p:nvPr/>
        </p:nvSpPr>
        <p:spPr>
          <a:xfrm>
            <a:off x="46634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50749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LifetimeSystem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0749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expired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6634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4" name="Text 51"/>
          <p:cNvSpPr/>
          <p:nvPr/>
        </p:nvSpPr>
        <p:spPr>
          <a:xfrm>
            <a:off x="46634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0749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CameraFollowSystem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50749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camera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6634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8" name="Text 55"/>
          <p:cNvSpPr/>
          <p:nvPr/>
        </p:nvSpPr>
        <p:spPr>
          <a:xfrm>
            <a:off x="46634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50749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UISystem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50749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HUD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48640" y="4617720"/>
            <a:ext cx="8046720" cy="411480"/>
          </a:xfrm>
          <a:prstGeom prst="rect">
            <a:avLst/>
          </a:prstGeom>
          <a:solidFill>
            <a:srgbClr val="1A2D1A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2" name="Text 59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Physics → Animation → Combat → AI → World → Camera → Audio  |  Each system sees the finalized state from the previous step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QUALITY &amp; STABILITY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54864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9748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269748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69748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4632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4846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84632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Entities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9516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99516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Matrices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965960"/>
            <a:ext cx="4023360" cy="29718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73152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PRACTICES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" y="23774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component access via entity-to-index map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Swap-and-pop removal (no array gaps)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Contiguous memory layout for cache efficiency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time with 100ms clamp (no physics explosions)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scene transitions (no mid-frame destruction)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Frame-based input edge detection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Path-based asset deduplication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engine/game library separation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1965960"/>
            <a:ext cx="4023360" cy="1371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0574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2578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 TOOLS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937760" y="2377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F3: Toggle debug mode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F4: FPS counter overlay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F5: Wireframe collider visualization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754880" y="3520440"/>
            <a:ext cx="4023360" cy="141732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578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493776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overview &amp; architecture docs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architecture deep dive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design document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flow &amp; system execution docs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exploration &amp; procedural generation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3-hit combo combat with knockback and lunge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AI behavior (patrol, chase, attack)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puzzles and interactive switches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system &amp; settings controls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tools (FPS, collider visualization)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0F0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github.com/JosephDriedger/echoes-of-the-forgotten-keep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875</Words>
  <Application>Microsoft Office PowerPoint</Application>
  <PresentationFormat>On-screen Show (16:9)</PresentationFormat>
  <Paragraphs>232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Echoes of the Forgotten Keep</dc:title>
  <dc:subject>PptxGenJS Presentation</dc:subject>
  <dc:creator>Joey Driedger, Adam Van Woerden, Elijah Fabon</dc:creator>
  <cp:lastModifiedBy>Joseph Driedger</cp:lastModifiedBy>
  <cp:revision>2</cp:revision>
  <dcterms:created xsi:type="dcterms:W3CDTF">2026-04-07T02:06:30Z</dcterms:created>
  <dcterms:modified xsi:type="dcterms:W3CDTF">2026-04-07T19:59:57Z</dcterms:modified>
</cp:coreProperties>
</file>